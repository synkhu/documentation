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Outfit Extra Bold"/>
      <p:regular r:id="rId20"/>
    </p:embeddedFont>
    <p:embeddedFont>
      <p:font typeface="Arimo"/>
      <p:regular r:id="rId21"/>
    </p:embeddedFont>
    <p:embeddedFont>
      <p:font typeface="Arimo"/>
      <p:regular r:id="rId22"/>
    </p:embeddedFont>
    <p:embeddedFont>
      <p:font typeface="Arimo"/>
      <p:regular r:id="rId23"/>
    </p:embeddedFont>
    <p:embeddedFont>
      <p:font typeface="Arim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143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Synk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639270"/>
            <a:ext cx="79694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Minden eseményed egy helyen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59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Meet the team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Erdős Martin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Scrum Master, Backend fejlesztés, Mobil App fejlesztés, System Architecture, CI/CD, Dokumentáció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Makkai Krisztián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8504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WPF fejlesztés és adminisztrációs rendszer, Frontend, Tesztek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Szedlák Krisztián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8504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 Owner, Frontend fejlesztés, Quality Assurance, Prezentáció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6493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 probléma, piackutatás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5E4C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4989"/>
            <a:ext cx="31338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Eszközök szétszórtsága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Minden esemény más-más platformon érhető el, nehéz egy helyen kezelni az összes eseményt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5E4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4989"/>
            <a:ext cx="2853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Bonyolult folyamatok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Jegyvásárlás gyakran több lépéses, időigényes folyamat, ami elriasztja a vásárlókat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5E4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4989"/>
            <a:ext cx="3493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Egyszerű megoldás hiánya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Szükség van egy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egyszerű, intuitív és többplatformos megoldásra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ami egyszerre kezeli az összes eseményt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0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Megoldásunk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84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Synk platformunk az alábbi módon oldja meg a modern eseménykezelés kihívásait: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36501"/>
            <a:ext cx="6407944" cy="3137059"/>
          </a:xfrm>
          <a:prstGeom prst="roundRect">
            <a:avLst>
              <a:gd name="adj" fmla="val 3037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466981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621" y="3633192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374237"/>
            <a:ext cx="3713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Egyszerűsített Jegyvásárlás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864656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bonyolult jegyvásárlási folyamatokat leegyszerűsítettük. Gyors, néhány kattintásos tranzakciókkal időt takaríthat meg, és zökkenőmentesen hozzáférhet eseményeihez.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3436501"/>
            <a:ext cx="6408063" cy="3137059"/>
          </a:xfrm>
          <a:prstGeom prst="roundRect">
            <a:avLst>
              <a:gd name="adj" fmla="val 3037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59027" y="3466981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3633192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842" y="4374237"/>
            <a:ext cx="42632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Intuitív &amp; Többplatformos Elérés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85842" y="4864656"/>
            <a:ext cx="58934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hiányzó egyszerű megoldás helyett a Synk egy könnyen használható, többplatformos élményt kínál. Elérhető mobilon, és webes felületen, mindig optimális funkcionalitással.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0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Projekt bemutatása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24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Synk egy innovatív platform, amely egyetlen helyen egyesíti az összes eseménykezelési igényt, egyszerűsítve a szervezést és a részvételt a felhasználók számára.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74344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Egységes felület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23386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Minden esemény, jegy egy intuitív, központi platformon érhető el.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74344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743444"/>
            <a:ext cx="3504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Egyszerűsített folyamatok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423386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Gyors jegyvásárlás és eseménykezelés bonyodalmak nélkül.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413296"/>
            <a:ext cx="36654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Többplatformos hozzáférés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90371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Zökkenőmentes élmény mobilon, asztali gépen és a webes felületen.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Közösségi funkciók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903714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Események megosztása, meghívók küldése és közös tervek szervezése könnyedén.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4188"/>
            <a:ext cx="5928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Használt technológiák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86595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5E4CE6">
              <a:alpha val="50000"/>
            </a:srgbClr>
          </a:solidFill>
          <a:ln w="7620">
            <a:solidFill>
              <a:srgbClr val="776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521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01144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Next.JS (React)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286595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5E4CE6">
              <a:alpha val="50000"/>
            </a:srgbClr>
          </a:solidFill>
          <a:ln w="7620">
            <a:solidFill>
              <a:srgbClr val="776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2521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01144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.NET 10 WebAPI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835598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5E4CE6">
              <a:alpha val="50000"/>
            </a:srgbClr>
          </a:solidFill>
          <a:ln w="7620">
            <a:solidFill>
              <a:srgbClr val="776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070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WPF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456045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.NET 8 WPF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835598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5E4CE6">
              <a:alpha val="50000"/>
            </a:srgbClr>
          </a:solidFill>
          <a:ln w="7620">
            <a:solidFill>
              <a:srgbClr val="776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4070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Mobile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456045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 (React Native)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39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Adatbázis &amp; Cache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6220897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- Relációs adatbázis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Redis - Gyors cache rendszer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5639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Infrastruktúra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99521" y="6220897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MinIO - Objektum tárolás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Kubernetes - Orchestration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8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Használt eszközök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5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Verziókezelés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398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Git, GitHub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13058"/>
            <a:ext cx="4822150" cy="282356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552" y="3513058"/>
            <a:ext cx="6351151" cy="27485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3552" y="6516767"/>
            <a:ext cx="63805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22459"/>
            <a:ext cx="5386864" cy="54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Használt eszközök(2. rész)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69025" y="1226106"/>
            <a:ext cx="21972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Kommunikáció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9025" y="1705094"/>
            <a:ext cx="1309235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Trello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2260997"/>
            <a:ext cx="2185273" cy="487691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948" y="2260997"/>
            <a:ext cx="2206347" cy="498014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872" y="2260997"/>
            <a:ext cx="2361128" cy="519291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795" y="2260997"/>
            <a:ext cx="2221111" cy="4962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549"/>
            <a:ext cx="70413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Használt eszközök (3. rész)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Fejlesztői eszközök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 Studio Code, Zed, Vim, Docker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Tervezőeszközök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80380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Figma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Tesztelés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80380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Insomnia, xUnit, Jest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13042702" cy="1322189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CI/CD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715714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GitHub Actions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8748"/>
            <a:ext cx="58909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Rendszer architektúra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51597"/>
            <a:ext cx="41963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158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64927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2911316"/>
            <a:ext cx="4196358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3776" y="3818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 API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43776" y="430899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.NET 10 WebAPI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571155"/>
            <a:ext cx="4196358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66948" y="34784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 réteg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66948" y="39688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WPF, React Web, Mobile App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494139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3BC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838230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77762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Minden platform ugyanazt a backend API-t használja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biztosítva az adatok konzisztenciáját és egyszerű karbantarthatóságot.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16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Kihívások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40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Synk projekt fejlesztése során számos technikai, szervezési és felhasználói élménybeli kihívással szembesültünk, melyek leküzdése kulcsfontosságú volt a sikerhez.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55050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28553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1888" y="3451741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192786"/>
            <a:ext cx="2937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Technikai komplexitás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68320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különböző platformok (web, mobil, desktop) egységes backend API-hoz való illesztése jelentős technikai kihívást jelentett.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255050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47442" y="328553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060" y="3451741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4256" y="4192786"/>
            <a:ext cx="3026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Szervezési koordináció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74256" y="4683204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fejlesztői csapat tagjai eltérő technológiai területekre specializálódtak, ami hatékony kommunikációt és koordinációt igényelt az agilis módszertan keretein belül.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255050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70613" y="328553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451741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7427" y="4192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Felhasználói élmény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97427" y="4683204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Az egyszerű, intuitív és egységes felhasználói felület megteremtése minden platformon, figyelembe véve a különböző képernyőméreteket és interakciós módokat, alapvető fontosságú volt.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69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Összegzés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93319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Synk projekt során egy átfogó megoldást hoztunk létre az eseménykezelési kihívásokra. Összefoglalva, ezek a legfontosabb eredményeink: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217777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240637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E9E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654" y="2625923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7592" y="242208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 probléma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87592" y="2792611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Megoldottuk az eseménykezelő eszközök szétszórtságát és a bonyolult jegyvásárlási folyamatokat, egy hiánypótló, egységes platformot kínálva.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3790" y="3451622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6650" y="3474482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E9E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654" y="3859768"/>
            <a:ext cx="272177" cy="2721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87592" y="36559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 megoldás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687592" y="4026456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Synk egy intuitív, többplatformos felületet biztosít az összes esemény kezelésére, egyszerűsített jegyvásárlással és közösségi funkciókkal.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3790" y="4685467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6650" y="4708327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E9E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654" y="5093613"/>
            <a:ext cx="272177" cy="2721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87592" y="48897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Technológiák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687592" y="5260300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Modern és robusztus technológiai stackre építve (Next.JS, .NET WebAPI, React Native, Kubernetes), garantáljuk a stabilitást és skálázhatóságot.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93790" y="5919311"/>
            <a:ext cx="13042821" cy="1301591"/>
          </a:xfrm>
          <a:prstGeom prst="roundRect">
            <a:avLst>
              <a:gd name="adj" fmla="val 585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6650" y="5942171"/>
            <a:ext cx="725805" cy="1255871"/>
          </a:xfrm>
          <a:prstGeom prst="roundRect">
            <a:avLst>
              <a:gd name="adj" fmla="val 6721"/>
            </a:avLst>
          </a:prstGeom>
          <a:solidFill>
            <a:srgbClr val="E9E6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654" y="6433899"/>
            <a:ext cx="272177" cy="2721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87592" y="612362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Eredmények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1687592" y="6494145"/>
            <a:ext cx="1194470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Egy dedikált csapat munkája nyomán egy innovatív és zökkenőmentes felhasználói élményt nyújtó rendszert hoztunk létre, amely készen áll a jövőbeni bővítésre.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1850" y="3760351"/>
            <a:ext cx="59867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Köszönjük a figyelmet!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2026-04-17T19:17:02Z</dcterms:created>
  <dcterms:modified xsi:type="dcterms:W3CDTF">2026-04-17T19:17:02Z</dcterms:modified>
</cp:coreProperties>
</file>